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AI University</a:t>
            </a:r>
          </a:p>
          <a:p>
            <a:r>
              <a:t>Institutional Governance Architecture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Locked: 25 Feb 2026</a:t>
            </a:r>
          </a:p>
          <a:p>
            <a:r>
              <a:t>Status: Governance Finalized</a:t>
            </a:r>
          </a:p>
          <a:p>
            <a:r>
              <a:t>Purpose: Institutional Measurement &amp; Governance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GA4 Property Strategy (Locked)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institutional GA4 property</a:t>
            </a:r>
          </a:p>
          <a:p>
            <a:r>
              <a:t>Measurement ID: G-L6Q5J3S1YY</a:t>
            </a:r>
          </a:p>
          <a:p>
            <a:r>
              <a:t>Applies to all university surfaces</a:t>
            </a:r>
          </a:p>
          <a:p>
            <a:r>
              <a:t>Foundation remains segregated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Analytics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analytics.js under design-authority</a:t>
            </a:r>
          </a:p>
          <a:p>
            <a:r>
              <a:t>No inline gtag() allowed</a:t>
            </a:r>
          </a:p>
          <a:p>
            <a:r>
              <a:t>PII-safe by design</a:t>
            </a:r>
          </a:p>
          <a:p>
            <a:r>
              <a:t>Full-file replacement governance rule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Surface Registry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Canonical data-surface declaration required</a:t>
            </a:r>
          </a:p>
          <a:p>
            <a:r>
              <a:t>Function-based naming only</a:t>
            </a:r>
          </a:p>
          <a:p>
            <a:r>
              <a:t>No technical labels</a:t>
            </a:r>
          </a:p>
          <a:p>
            <a:r>
              <a:t>No drift permitted without v2.0 revision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Institutional Event Taxonomy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Canonical naming: surface_action_object</a:t>
            </a:r>
          </a:p>
          <a:p>
            <a:r>
              <a:t>Four event classes defined</a:t>
            </a:r>
          </a:p>
          <a:p>
            <a:r>
              <a:t>Mandatory parameters enforced</a:t>
            </a:r>
          </a:p>
          <a:p>
            <a:r>
              <a:t>Prevents reporting fragmentation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Reporting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Institutional Reach</a:t>
            </a:r>
          </a:p>
          <a:p>
            <a:r>
              <a:t>Capability Distribution</a:t>
            </a:r>
          </a:p>
          <a:p>
            <a:r>
              <a:t>Credential Trust Signals</a:t>
            </a:r>
          </a:p>
          <a:p>
            <a:r>
              <a:t>System Stability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Governance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1: Design Authority</a:t>
            </a:r>
          </a:p>
          <a:p>
            <a:r>
              <a:t>Layer 2: Surface Layer</a:t>
            </a:r>
          </a:p>
          <a:p>
            <a:r>
              <a:t>Layer 3: Governance Artifacts</a:t>
            </a:r>
          </a:p>
          <a:p>
            <a:r>
              <a:t>Layer 4: Institutional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Institutional Measurement</a:t>
            </a:r>
          </a:p>
          <a:p>
            <a:r>
              <a:t>Governed Expansion Path</a:t>
            </a:r>
          </a:p>
          <a:p>
            <a:r>
              <a:t>Scalable Intelligence Architecture</a:t>
            </a:r>
          </a:p>
          <a:p>
            <a:r>
              <a:t>Board-Level Visibility &amp;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